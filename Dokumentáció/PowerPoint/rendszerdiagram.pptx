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76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DC36-F7DF-51C9-A650-E610E2177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7DA81-1A16-CAE0-9901-0ED6BE962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D4BDE-572F-D4F2-6B2B-D880AD95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901F4-EC69-CE51-7829-43CBDDF8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A38B9-DEF9-1DBC-AA13-52074F05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86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1781-6AD9-8A30-2229-044CBDBC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A6374-49A1-F16D-FCA5-CCF432B09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05CE-49EF-4154-3DE9-ECD2FECF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4581A-9AB6-7149-3678-4B179B31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5F8E3-CFEA-180C-A8BB-B2445060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679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EBE0-D301-5F9B-30CB-410BBBD7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A67B7-32A5-0EC2-DCA2-D957C03BB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B092-30B9-A33D-5D92-8C1885AB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AA015-1D0E-9EA3-2A0F-01186092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E966F-74DC-0AC2-2293-D5AFF659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09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535A-86F5-2951-B2C0-77DF87E7D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7C00A-78B1-11A9-6F14-183E11A75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6C6F4-E21B-C577-2C7C-24197D82F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21153-51CB-BDE1-C49A-55106C35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F7F35-9018-8D2D-21EA-5AD73B44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38F24-3AA4-C8F7-6987-5A29FC36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725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93EA-FA99-947E-D407-ED14A4CF5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EC099-249D-EC55-E698-37DAD4E54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FFB22-119C-EB6B-88B0-C84D8D247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48F4B8-0E6F-87F1-B24D-78AB8D99B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016372-E299-24EF-EBA8-E8E91B21D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C6262-E6CE-A23E-5488-2A98127A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DE29A-92EC-0151-0B04-EE133B50E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E7D13-D361-1BBA-076A-528DC1C0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386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A8A2-E9BC-4D81-7F88-A88ACCD8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525E5-32AA-F56F-D89F-00D49443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A0439-BC9F-0AB3-FDA9-306543C4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5188F-6A5F-A9DC-6EA9-1A67E066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004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801AD-8867-8A19-F4C6-386844CF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1F99FB-DD52-4743-6B62-1895FB51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F7B3D-CAD3-8878-0956-332A32E4A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666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4E19-131D-C6B4-0493-3E712EFF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C02DE-6086-4D5E-A918-0587F02F3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DCB25-14EB-BA77-716B-DAF0FB56E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CC67-E687-5A1D-466C-FA3783A3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72F32-EBFB-4C1B-2620-EB537A37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3F44-0A74-74BB-D641-9BCC2B65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093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0071-615B-5ADF-F8BE-BC511D1B8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A5BF5-4B8E-EF8B-AF02-E6DD3F1E2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56E63-9941-90F8-2FBC-DBEE8C57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8C8B9-3E7E-1A62-6EC2-8F2AAA89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30518-34E7-4137-3459-C5D71710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72B7E-1B00-450B-BDD0-65C8BDB9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593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8754-53DE-1FC2-9FA4-2FC89A55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A9BDF-B41F-00D7-6B4A-0F06BF11D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4128C-6E7B-6F3F-9469-CAEB193A6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49943-BCF4-26C3-355D-760F1005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A0E6-14C3-6C51-0717-EE0A08E7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573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4E4D4-06CD-C6DA-BC3A-86E4FDD6E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5BEAC-8AFD-8798-B8D5-89C2FFC57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266F4-B907-DE91-60BE-7587CF84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F26ED-E19F-7AAB-BB02-1C2BABE3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5C88B-8E53-A90D-3D7A-3EC2161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423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1B6C1B-9DA2-B5BF-9350-BDA1B3DB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5BE72-9D8A-8589-5357-3BAC52F87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1135B-31F2-F010-536F-5C82CB40C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58BD4-3815-4A2B-B5D2-35CF9BCF48AF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76100-DF95-912D-86DD-F929E743E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FB18C-2875-DFA8-C386-881E27A9E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EECD0-D144-47A4-BB3D-138DD1BEA1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5073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F9F72E83-CFD2-3011-8BA5-8E78A41E972D}"/>
              </a:ext>
            </a:extLst>
          </p:cNvPr>
          <p:cNvSpPr/>
          <p:nvPr/>
        </p:nvSpPr>
        <p:spPr>
          <a:xfrm>
            <a:off x="16839" y="2188074"/>
            <a:ext cx="2024142" cy="387102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600" dirty="0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590EA5E2-CE4B-2ACC-E3EF-D552C4D2FACB}"/>
              </a:ext>
            </a:extLst>
          </p:cNvPr>
          <p:cNvSpPr/>
          <p:nvPr/>
        </p:nvSpPr>
        <p:spPr>
          <a:xfrm>
            <a:off x="2125644" y="2270982"/>
            <a:ext cx="3907639" cy="387102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8B2297-366C-01B2-BF74-4934ED31D08A}"/>
              </a:ext>
            </a:extLst>
          </p:cNvPr>
          <p:cNvSpPr/>
          <p:nvPr/>
        </p:nvSpPr>
        <p:spPr>
          <a:xfrm>
            <a:off x="2630872" y="3892465"/>
            <a:ext cx="957258" cy="442643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MCU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53A4B1-53C0-27AD-7F2C-A4E4226A3896}"/>
              </a:ext>
            </a:extLst>
          </p:cNvPr>
          <p:cNvSpPr/>
          <p:nvPr/>
        </p:nvSpPr>
        <p:spPr>
          <a:xfrm>
            <a:off x="6096000" y="501724"/>
            <a:ext cx="5800725" cy="591812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6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8432F7-1017-65F5-5A9E-C96E6C499555}"/>
              </a:ext>
            </a:extLst>
          </p:cNvPr>
          <p:cNvGrpSpPr/>
          <p:nvPr/>
        </p:nvGrpSpPr>
        <p:grpSpPr>
          <a:xfrm>
            <a:off x="6762274" y="3136641"/>
            <a:ext cx="1430722" cy="1718192"/>
            <a:chOff x="4896929" y="1992702"/>
            <a:chExt cx="1708030" cy="199270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D392C8F-C280-AB14-BA17-EAD9E047DC76}"/>
                </a:ext>
              </a:extLst>
            </p:cNvPr>
            <p:cNvSpPr/>
            <p:nvPr/>
          </p:nvSpPr>
          <p:spPr>
            <a:xfrm>
              <a:off x="5267865" y="1992702"/>
              <a:ext cx="1337094" cy="19927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/>
                <a:t>STEPPER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0424A6-2051-42F9-06E1-C528BC4A1628}"/>
                </a:ext>
              </a:extLst>
            </p:cNvPr>
            <p:cNvSpPr/>
            <p:nvPr/>
          </p:nvSpPr>
          <p:spPr>
            <a:xfrm>
              <a:off x="4896929" y="2007490"/>
              <a:ext cx="370936" cy="19631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 err="1"/>
                <a:t>enkóde</a:t>
              </a:r>
              <a:r>
                <a:rPr lang="hu-HU" sz="1600" dirty="0"/>
                <a:t> r</a:t>
              </a: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01B4A5-2DF5-2996-B433-0AA349514557}"/>
              </a:ext>
            </a:extLst>
          </p:cNvPr>
          <p:cNvSpPr/>
          <p:nvPr/>
        </p:nvSpPr>
        <p:spPr>
          <a:xfrm>
            <a:off x="8975127" y="2532569"/>
            <a:ext cx="1505932" cy="2653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Mérőasztal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81FC3E-4E13-29E5-3FE4-7B3CC8AF3F73}"/>
              </a:ext>
            </a:extLst>
          </p:cNvPr>
          <p:cNvSpPr/>
          <p:nvPr/>
        </p:nvSpPr>
        <p:spPr>
          <a:xfrm>
            <a:off x="3316497" y="522506"/>
            <a:ext cx="1924050" cy="72785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SPI-</a:t>
            </a:r>
            <a:r>
              <a:rPr lang="hu-HU" sz="1600" dirty="0" err="1"/>
              <a:t>simulyzer</a:t>
            </a:r>
            <a:endParaRPr lang="hu-HU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9F947D-03FA-4F6D-5ACF-9AD8AF25D740}"/>
              </a:ext>
            </a:extLst>
          </p:cNvPr>
          <p:cNvGrpSpPr/>
          <p:nvPr/>
        </p:nvGrpSpPr>
        <p:grpSpPr>
          <a:xfrm>
            <a:off x="8872642" y="3429001"/>
            <a:ext cx="1710906" cy="1409852"/>
            <a:chOff x="7556335" y="3068857"/>
            <a:chExt cx="1992705" cy="170803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9346D35-92D9-453C-D4C9-8F3FCD4C1F91}"/>
                </a:ext>
              </a:extLst>
            </p:cNvPr>
            <p:cNvSpPr/>
            <p:nvPr/>
          </p:nvSpPr>
          <p:spPr>
            <a:xfrm rot="16200000">
              <a:off x="7884142" y="2741053"/>
              <a:ext cx="1337094" cy="19927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/>
                <a:t>STEPPER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93F44D1-3AA4-A532-E7DE-67BE420A546C}"/>
                </a:ext>
              </a:extLst>
            </p:cNvPr>
            <p:cNvSpPr/>
            <p:nvPr/>
          </p:nvSpPr>
          <p:spPr>
            <a:xfrm rot="16200000">
              <a:off x="8367218" y="3595068"/>
              <a:ext cx="370936" cy="19927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hu-HU" sz="1600" dirty="0" err="1"/>
                <a:t>enkóder</a:t>
              </a:r>
              <a:endParaRPr lang="hu-HU" sz="1600" dirty="0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174871-551E-9E48-7BD6-2E0D3F12890F}"/>
              </a:ext>
            </a:extLst>
          </p:cNvPr>
          <p:cNvCxnSpPr>
            <a:stCxn id="6" idx="3"/>
            <a:endCxn id="8" idx="0"/>
          </p:cNvCxnSpPr>
          <p:nvPr/>
        </p:nvCxnSpPr>
        <p:spPr>
          <a:xfrm flipV="1">
            <a:off x="8192996" y="3980837"/>
            <a:ext cx="679649" cy="14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BF0F92-2140-2C23-E032-BAAA533B2FD8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 flipH="1" flipV="1">
            <a:off x="9728093" y="2797925"/>
            <a:ext cx="4" cy="6310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5D9A16C-7918-F3E5-05B6-201B70251FA8}"/>
              </a:ext>
            </a:extLst>
          </p:cNvPr>
          <p:cNvSpPr/>
          <p:nvPr/>
        </p:nvSpPr>
        <p:spPr>
          <a:xfrm>
            <a:off x="9143034" y="2011951"/>
            <a:ext cx="1170118" cy="5180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Ref. szenzor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06D9C6B-A4CD-DF73-D708-DD8D393C5771}"/>
              </a:ext>
            </a:extLst>
          </p:cNvPr>
          <p:cNvSpPr/>
          <p:nvPr/>
        </p:nvSpPr>
        <p:spPr>
          <a:xfrm>
            <a:off x="69540" y="2651325"/>
            <a:ext cx="1273808" cy="527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Gomb panel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969B825-C5CD-9FB9-1E55-DB81D79663A4}"/>
              </a:ext>
            </a:extLst>
          </p:cNvPr>
          <p:cNvSpPr/>
          <p:nvPr/>
        </p:nvSpPr>
        <p:spPr>
          <a:xfrm>
            <a:off x="166680" y="4937471"/>
            <a:ext cx="1482310" cy="5955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Numerikus billentyűzet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3725F29-22FE-AAAE-E591-DE0A7B7EC005}"/>
              </a:ext>
            </a:extLst>
          </p:cNvPr>
          <p:cNvSpPr/>
          <p:nvPr/>
        </p:nvSpPr>
        <p:spPr>
          <a:xfrm>
            <a:off x="166680" y="3861353"/>
            <a:ext cx="1356790" cy="504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OLED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298CAC4-F25B-B2D6-A798-2D6FC069D34F}"/>
              </a:ext>
            </a:extLst>
          </p:cNvPr>
          <p:cNvSpPr/>
          <p:nvPr/>
        </p:nvSpPr>
        <p:spPr>
          <a:xfrm>
            <a:off x="4378355" y="3229670"/>
            <a:ext cx="1482310" cy="59554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Motorvezérlő1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9F04FB5-36C9-88FA-9ACE-D12E0A818675}"/>
              </a:ext>
            </a:extLst>
          </p:cNvPr>
          <p:cNvSpPr/>
          <p:nvPr/>
        </p:nvSpPr>
        <p:spPr>
          <a:xfrm>
            <a:off x="4367254" y="4406501"/>
            <a:ext cx="1482310" cy="59554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Motorvezérlő2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09BA75-AD13-90A8-6DEB-6F6034436DD5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5240547" y="886433"/>
            <a:ext cx="3734580" cy="1778814"/>
          </a:xfrm>
          <a:prstGeom prst="straightConnector1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88A33B-6BFF-EC17-1479-4690589BD7F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3109501" y="1234321"/>
            <a:ext cx="2909930" cy="2658144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34572CAE-7807-DC02-7A9E-54A0BD7E6F8A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 flipH="1" flipV="1">
            <a:off x="6631348" y="2679491"/>
            <a:ext cx="799616" cy="3845495"/>
          </a:xfrm>
          <a:prstGeom prst="curvedConnector4">
            <a:avLst>
              <a:gd name="adj1" fmla="val -83384"/>
              <a:gd name="adj2" fmla="val 8242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4EB37F77-F49C-C85B-AE57-F91DCD43375C}"/>
              </a:ext>
            </a:extLst>
          </p:cNvPr>
          <p:cNvCxnSpPr>
            <a:stCxn id="31" idx="0"/>
            <a:endCxn id="6" idx="0"/>
          </p:cNvCxnSpPr>
          <p:nvPr/>
        </p:nvCxnSpPr>
        <p:spPr>
          <a:xfrm rot="5400000" flipH="1" flipV="1">
            <a:off x="6329737" y="1926415"/>
            <a:ext cx="93029" cy="2513482"/>
          </a:xfrm>
          <a:prstGeom prst="curvedConnector3">
            <a:avLst>
              <a:gd name="adj1" fmla="val 34573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3E60C68-A0AC-838F-F357-1F3868F9AABF}"/>
              </a:ext>
            </a:extLst>
          </p:cNvPr>
          <p:cNvCxnSpPr>
            <a:stCxn id="4" idx="3"/>
            <a:endCxn id="31" idx="1"/>
          </p:cNvCxnSpPr>
          <p:nvPr/>
        </p:nvCxnSpPr>
        <p:spPr>
          <a:xfrm flipV="1">
            <a:off x="3588130" y="3527443"/>
            <a:ext cx="790225" cy="5863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3ABE697-4ED7-0008-9FFD-1C8435FA3865}"/>
              </a:ext>
            </a:extLst>
          </p:cNvPr>
          <p:cNvCxnSpPr>
            <a:stCxn id="4" idx="3"/>
            <a:endCxn id="32" idx="1"/>
          </p:cNvCxnSpPr>
          <p:nvPr/>
        </p:nvCxnSpPr>
        <p:spPr>
          <a:xfrm>
            <a:off x="3588130" y="4113787"/>
            <a:ext cx="779124" cy="5904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49B10FC-5E4A-334C-3731-4BF0DD47B321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907835" y="4257487"/>
            <a:ext cx="1711936" cy="67998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0BE6D7A-9212-C5D6-5ADF-3917A2155AA7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706444" y="3179313"/>
            <a:ext cx="1924427" cy="7907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35EA5EB-1417-E203-BC06-A0B8D3BF5177}"/>
              </a:ext>
            </a:extLst>
          </p:cNvPr>
          <p:cNvCxnSpPr>
            <a:stCxn id="4" idx="1"/>
            <a:endCxn id="30" idx="3"/>
          </p:cNvCxnSpPr>
          <p:nvPr/>
        </p:nvCxnSpPr>
        <p:spPr>
          <a:xfrm flipH="1">
            <a:off x="1523470" y="4113787"/>
            <a:ext cx="110740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DFC5035-6394-7FC5-D4D6-9AC83B0457FF}"/>
              </a:ext>
            </a:extLst>
          </p:cNvPr>
          <p:cNvSpPr/>
          <p:nvPr/>
        </p:nvSpPr>
        <p:spPr>
          <a:xfrm>
            <a:off x="2555800" y="4896588"/>
            <a:ext cx="1107402" cy="369163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EEPROM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9C41D76-79F1-AB17-8DEF-CEAC718DE203}"/>
              </a:ext>
            </a:extLst>
          </p:cNvPr>
          <p:cNvCxnSpPr>
            <a:cxnSpLocks/>
            <a:stCxn id="4" idx="2"/>
            <a:endCxn id="90" idx="0"/>
          </p:cNvCxnSpPr>
          <p:nvPr/>
        </p:nvCxnSpPr>
        <p:spPr>
          <a:xfrm>
            <a:off x="3109501" y="4335108"/>
            <a:ext cx="0" cy="56148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E648132-7CD5-29E0-3DF8-12E3689A16DB}"/>
              </a:ext>
            </a:extLst>
          </p:cNvPr>
          <p:cNvSpPr txBox="1"/>
          <p:nvPr/>
        </p:nvSpPr>
        <p:spPr>
          <a:xfrm>
            <a:off x="74236" y="2189660"/>
            <a:ext cx="1897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Kezelőfelület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35F16C-1CB2-4AFE-9AEF-1E0F3B7B5E7C}"/>
              </a:ext>
            </a:extLst>
          </p:cNvPr>
          <p:cNvSpPr txBox="1"/>
          <p:nvPr/>
        </p:nvSpPr>
        <p:spPr>
          <a:xfrm>
            <a:off x="2693032" y="2300013"/>
            <a:ext cx="119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Alaplap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25AC9EE-49D2-8E41-988C-B2F8B995E704}"/>
              </a:ext>
            </a:extLst>
          </p:cNvPr>
          <p:cNvSpPr txBox="1"/>
          <p:nvPr/>
        </p:nvSpPr>
        <p:spPr>
          <a:xfrm>
            <a:off x="7609441" y="574219"/>
            <a:ext cx="306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Forgatómechanizmus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F94D65DE-AF97-D295-3DE8-2B7C3BB1A19E}"/>
              </a:ext>
            </a:extLst>
          </p:cNvPr>
          <p:cNvSpPr/>
          <p:nvPr/>
        </p:nvSpPr>
        <p:spPr>
          <a:xfrm>
            <a:off x="704643" y="522506"/>
            <a:ext cx="1924050" cy="72785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PC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0642D0F-C91C-338F-5171-7ABE735FEABC}"/>
              </a:ext>
            </a:extLst>
          </p:cNvPr>
          <p:cNvCxnSpPr>
            <a:stCxn id="101" idx="3"/>
            <a:endCxn id="13" idx="1"/>
          </p:cNvCxnSpPr>
          <p:nvPr/>
        </p:nvCxnSpPr>
        <p:spPr>
          <a:xfrm>
            <a:off x="2628693" y="886433"/>
            <a:ext cx="687804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BA3B0C0-E52D-5D0B-0A4F-6AF9CFA0C1FC}"/>
              </a:ext>
            </a:extLst>
          </p:cNvPr>
          <p:cNvCxnSpPr>
            <a:stCxn id="101" idx="2"/>
            <a:endCxn id="4" idx="0"/>
          </p:cNvCxnSpPr>
          <p:nvPr/>
        </p:nvCxnSpPr>
        <p:spPr>
          <a:xfrm>
            <a:off x="1666668" y="1250360"/>
            <a:ext cx="1442833" cy="264210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Curved 116">
            <a:extLst>
              <a:ext uri="{FF2B5EF4-FFF2-40B4-BE49-F238E27FC236}">
                <a16:creationId xmlns:a16="http://schemas.microsoft.com/office/drawing/2014/main" id="{5F6A94B4-84BB-AB50-271C-99C76AF1BE5D}"/>
              </a:ext>
            </a:extLst>
          </p:cNvPr>
          <p:cNvCxnSpPr>
            <a:cxnSpLocks/>
            <a:stCxn id="4" idx="0"/>
            <a:endCxn id="26" idx="0"/>
          </p:cNvCxnSpPr>
          <p:nvPr/>
        </p:nvCxnSpPr>
        <p:spPr>
          <a:xfrm rot="5400000" flipH="1" flipV="1">
            <a:off x="5478540" y="-357088"/>
            <a:ext cx="1880514" cy="6618592"/>
          </a:xfrm>
          <a:prstGeom prst="curvedConnector3">
            <a:avLst>
              <a:gd name="adj1" fmla="val 112156"/>
            </a:avLst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Curved 119">
            <a:extLst>
              <a:ext uri="{FF2B5EF4-FFF2-40B4-BE49-F238E27FC236}">
                <a16:creationId xmlns:a16="http://schemas.microsoft.com/office/drawing/2014/main" id="{792A2134-30AA-7A59-B866-B48B914D0755}"/>
              </a:ext>
            </a:extLst>
          </p:cNvPr>
          <p:cNvCxnSpPr>
            <a:cxnSpLocks/>
          </p:cNvCxnSpPr>
          <p:nvPr/>
        </p:nvCxnSpPr>
        <p:spPr>
          <a:xfrm rot="5400000" flipH="1">
            <a:off x="4941319" y="2589734"/>
            <a:ext cx="326034" cy="3836533"/>
          </a:xfrm>
          <a:prstGeom prst="curvedConnector3">
            <a:avLst>
              <a:gd name="adj1" fmla="val -146846"/>
            </a:avLst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Curved 122">
            <a:extLst>
              <a:ext uri="{FF2B5EF4-FFF2-40B4-BE49-F238E27FC236}">
                <a16:creationId xmlns:a16="http://schemas.microsoft.com/office/drawing/2014/main" id="{5D522C7D-C562-366A-239E-BBC09B4BD4D7}"/>
              </a:ext>
            </a:extLst>
          </p:cNvPr>
          <p:cNvCxnSpPr>
            <a:cxnSpLocks/>
          </p:cNvCxnSpPr>
          <p:nvPr/>
        </p:nvCxnSpPr>
        <p:spPr>
          <a:xfrm rot="5400000" flipH="1">
            <a:off x="6537684" y="1210394"/>
            <a:ext cx="369166" cy="6618593"/>
          </a:xfrm>
          <a:prstGeom prst="curvedConnector3">
            <a:avLst>
              <a:gd name="adj1" fmla="val -341121"/>
            </a:avLst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7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A2BA02-E7E1-793E-E305-5EC6248F0FF6}"/>
              </a:ext>
            </a:extLst>
          </p:cNvPr>
          <p:cNvSpPr/>
          <p:nvPr/>
        </p:nvSpPr>
        <p:spPr>
          <a:xfrm>
            <a:off x="0" y="401128"/>
            <a:ext cx="3769743" cy="605574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908202-9770-DDBB-AAE8-BF53A9F61F92}"/>
              </a:ext>
            </a:extLst>
          </p:cNvPr>
          <p:cNvSpPr/>
          <p:nvPr/>
        </p:nvSpPr>
        <p:spPr>
          <a:xfrm>
            <a:off x="4211128" y="401128"/>
            <a:ext cx="3769743" cy="60557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5394B4-DAB8-1F35-A24F-ABD94AB598AA}"/>
              </a:ext>
            </a:extLst>
          </p:cNvPr>
          <p:cNvSpPr/>
          <p:nvPr/>
        </p:nvSpPr>
        <p:spPr>
          <a:xfrm>
            <a:off x="8422257" y="401128"/>
            <a:ext cx="3769743" cy="605574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8AFA2-7C7E-3F41-7496-32C06D7D1A6B}"/>
              </a:ext>
            </a:extLst>
          </p:cNvPr>
          <p:cNvSpPr txBox="1"/>
          <p:nvPr/>
        </p:nvSpPr>
        <p:spPr>
          <a:xfrm>
            <a:off x="0" y="729999"/>
            <a:ext cx="3769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/>
              <a:t>Kiindulás és tervezés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7D122D-6991-1A5E-4E90-92FF60687672}"/>
              </a:ext>
            </a:extLst>
          </p:cNvPr>
          <p:cNvSpPr txBox="1"/>
          <p:nvPr/>
        </p:nvSpPr>
        <p:spPr>
          <a:xfrm>
            <a:off x="4211128" y="732716"/>
            <a:ext cx="3769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/>
              <a:t>Deszkamodell, megvalósítás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D6D863-E95A-A8ED-BADA-D2F835363611}"/>
              </a:ext>
            </a:extLst>
          </p:cNvPr>
          <p:cNvSpPr txBox="1"/>
          <p:nvPr/>
        </p:nvSpPr>
        <p:spPr>
          <a:xfrm>
            <a:off x="8422256" y="729999"/>
            <a:ext cx="3769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/>
              <a:t>Funkcionális prototípus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897081-4B54-BE7C-973B-E835E7149204}"/>
              </a:ext>
            </a:extLst>
          </p:cNvPr>
          <p:cNvSpPr/>
          <p:nvPr/>
        </p:nvSpPr>
        <p:spPr>
          <a:xfrm>
            <a:off x="353323" y="1283731"/>
            <a:ext cx="3048000" cy="102654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Megoldandó probléma megállapítása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83D5A17-2863-BCEB-955D-90AECDB28099}"/>
              </a:ext>
            </a:extLst>
          </p:cNvPr>
          <p:cNvSpPr/>
          <p:nvPr/>
        </p:nvSpPr>
        <p:spPr>
          <a:xfrm>
            <a:off x="353323" y="2679074"/>
            <a:ext cx="3048000" cy="102654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Teljesítendő követelmények meghatározása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348C92-1730-6463-5E2D-BF5D22EB878F}"/>
              </a:ext>
            </a:extLst>
          </p:cNvPr>
          <p:cNvSpPr/>
          <p:nvPr/>
        </p:nvSpPr>
        <p:spPr>
          <a:xfrm>
            <a:off x="353323" y="4074417"/>
            <a:ext cx="3048000" cy="111407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Szakirodalmi áttekintés és elméleti alapok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F15FD6-2E66-2812-AD42-98D0BB0810A0}"/>
              </a:ext>
            </a:extLst>
          </p:cNvPr>
          <p:cNvSpPr/>
          <p:nvPr/>
        </p:nvSpPr>
        <p:spPr>
          <a:xfrm>
            <a:off x="4563733" y="1280180"/>
            <a:ext cx="3048000" cy="10265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Rendszerarchitektúra és szükséges modulok meghatározása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34666CB-A0BF-BD49-A262-6BB897BDB0A5}"/>
              </a:ext>
            </a:extLst>
          </p:cNvPr>
          <p:cNvSpPr/>
          <p:nvPr/>
        </p:nvSpPr>
        <p:spPr>
          <a:xfrm>
            <a:off x="4563733" y="2493656"/>
            <a:ext cx="3048000" cy="10265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Modulok fejlesztése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F1D0B35-E313-C7AE-6BF6-7134D99771B8}"/>
              </a:ext>
            </a:extLst>
          </p:cNvPr>
          <p:cNvSpPr/>
          <p:nvPr/>
        </p:nvSpPr>
        <p:spPr>
          <a:xfrm>
            <a:off x="4563733" y="3707132"/>
            <a:ext cx="3048000" cy="10265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Szoftverintegráció és állapotgép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8604B7F-16B1-3BD8-F100-E8A1E3F61FEB}"/>
              </a:ext>
            </a:extLst>
          </p:cNvPr>
          <p:cNvSpPr/>
          <p:nvPr/>
        </p:nvSpPr>
        <p:spPr>
          <a:xfrm>
            <a:off x="4572000" y="4920609"/>
            <a:ext cx="3048000" cy="10265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Nyomtatott áramkörök tervezése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FBF235E-6819-8A56-DBD5-407D5B4545B9}"/>
              </a:ext>
            </a:extLst>
          </p:cNvPr>
          <p:cNvSpPr/>
          <p:nvPr/>
        </p:nvSpPr>
        <p:spPr>
          <a:xfrm>
            <a:off x="8790677" y="1280179"/>
            <a:ext cx="3048000" cy="102654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Rendszerszintű funkcionalitás elérése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0EAD033-9A87-0C71-FF5B-0F7ACDAF189D}"/>
              </a:ext>
            </a:extLst>
          </p:cNvPr>
          <p:cNvSpPr/>
          <p:nvPr/>
        </p:nvSpPr>
        <p:spPr>
          <a:xfrm>
            <a:off x="8783128" y="2493655"/>
            <a:ext cx="3048000" cy="102654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Mechanikai kivitelezés és végső integráció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3F7410-941E-A1E1-DC9E-8748C5876C21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3769743" y="3429000"/>
            <a:ext cx="44138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0396AC-0D07-9486-8134-31ADEFC38467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7980871" y="3429000"/>
            <a:ext cx="44138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819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Sasdi Andras (ME-SE/ESB-T3)</dc:creator>
  <cp:lastModifiedBy>FIXED-TERM Sasdi Andras (ME-SE/ESB-T3)</cp:lastModifiedBy>
  <cp:revision>9</cp:revision>
  <dcterms:created xsi:type="dcterms:W3CDTF">2025-12-10T22:31:21Z</dcterms:created>
  <dcterms:modified xsi:type="dcterms:W3CDTF">2025-12-17T08:41:54Z</dcterms:modified>
</cp:coreProperties>
</file>